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1304" y="2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245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" name="Shape 2"/>
          <p:cNvSpPr/>
          <p:nvPr/>
        </p:nvSpPr>
        <p:spPr>
          <a:xfrm>
            <a:off x="8046720" y="-274320"/>
            <a:ext cx="1371600" cy="137160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FRIGO LOCO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ERP Platform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spreadsheets to a scalable cloud system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smart fridge operations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365760" y="47274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Dev Briefing  ·  Confidential  ·  v5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3337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3703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Fridges today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06640" y="3337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06640" y="3703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fridges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75320" y="3337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75320" y="3703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we're moving beyond Excel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pain points — and what we need the new system to do better.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114800" cy="138988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484632" y="1682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 limits exceeded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02996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cannot handle 20–30M rows of RFID event data needed for accurate forecasting.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572768"/>
            <a:ext cx="4114800" cy="138988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4754880" y="1572768"/>
            <a:ext cx="54864" cy="13898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4919472" y="1682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Stronger forecasting models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202996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use AI and current data to deliver more automated and better forecasting.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145536"/>
            <a:ext cx="4114800" cy="138988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5" name="Shape 13"/>
          <p:cNvSpPr/>
          <p:nvPr/>
        </p:nvSpPr>
        <p:spPr>
          <a:xfrm>
            <a:off x="320040" y="3145536"/>
            <a:ext cx="54864" cy="138988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484632" y="32552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data pipelines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" y="3602736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reporting requires copy-pasting between two separate workbooks every week.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145536"/>
            <a:ext cx="4114800" cy="138988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4754880" y="3145536"/>
            <a:ext cx="54864" cy="138988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4919472" y="32552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Centralize alerts &amp; automation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3602736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stock, expiring products, low stock — all in the same system, not just emails.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cloud-native ERP built for smart fridges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600200" cy="73152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600200" cy="73152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(TypeScript)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39112" y="1371600"/>
            <a:ext cx="1600200" cy="73152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Shape 8"/>
          <p:cNvSpPr/>
          <p:nvPr/>
        </p:nvSpPr>
        <p:spPr>
          <a:xfrm>
            <a:off x="2039112" y="1371600"/>
            <a:ext cx="1600200" cy="73152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2039112" y="15087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(Python)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39112" y="18288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58184" y="1371600"/>
            <a:ext cx="1600200" cy="73152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Shape 12"/>
          <p:cNvSpPr/>
          <p:nvPr/>
        </p:nvSpPr>
        <p:spPr>
          <a:xfrm>
            <a:off x="3758184" y="1371600"/>
            <a:ext cx="1600200" cy="7315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3758184" y="15087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58184" y="18288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77256" y="1371600"/>
            <a:ext cx="1600200" cy="73152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Shape 16"/>
          <p:cNvSpPr/>
          <p:nvPr/>
        </p:nvSpPr>
        <p:spPr>
          <a:xfrm>
            <a:off x="5477256" y="1371600"/>
            <a:ext cx="1600200" cy="73152"/>
          </a:xfrm>
          <a:prstGeom prst="rect">
            <a:avLst/>
          </a:prstGeom>
          <a:solidFill>
            <a:srgbClr val="6441A4"/>
          </a:solidFill>
          <a:ln w="12700">
            <a:solidFill>
              <a:srgbClr val="6441A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5477256" y="15087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Railway.com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77256" y="18288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96328" y="1371600"/>
            <a:ext cx="1600200" cy="73152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2" name="Shape 20"/>
          <p:cNvSpPr/>
          <p:nvPr/>
        </p:nvSpPr>
        <p:spPr>
          <a:xfrm>
            <a:off x="7196328" y="1371600"/>
            <a:ext cx="1600200" cy="73152"/>
          </a:xfrm>
          <a:prstGeom prst="rect">
            <a:avLst/>
          </a:prstGeom>
          <a:solidFill>
            <a:srgbClr val="0089D6"/>
          </a:solidFill>
          <a:ln w="1270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7196328" y="15087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Blob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96328" y="18288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331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core modules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2651760"/>
            <a:ext cx="2011680" cy="4114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Shape 25"/>
          <p:cNvSpPr/>
          <p:nvPr/>
        </p:nvSpPr>
        <p:spPr>
          <a:xfrm>
            <a:off x="411480" y="2770632"/>
            <a:ext cx="182880" cy="18288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667512" y="271576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96312" y="2651760"/>
            <a:ext cx="2011680" cy="4114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0" name="Shape 28"/>
          <p:cNvSpPr/>
          <p:nvPr/>
        </p:nvSpPr>
        <p:spPr>
          <a:xfrm>
            <a:off x="2587752" y="2770632"/>
            <a:ext cx="182880" cy="18288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2843784" y="271576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products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72584" y="2679192"/>
            <a:ext cx="2011680" cy="4114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Shape 31"/>
          <p:cNvSpPr/>
          <p:nvPr/>
        </p:nvSpPr>
        <p:spPr>
          <a:xfrm>
            <a:off x="4764024" y="2798064"/>
            <a:ext cx="182880" cy="18288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4" name="Text 32"/>
          <p:cNvSpPr/>
          <p:nvPr/>
        </p:nvSpPr>
        <p:spPr>
          <a:xfrm>
            <a:off x="5020056" y="274320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48856" y="2679192"/>
            <a:ext cx="2011680" cy="4114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6" name="Shape 34"/>
          <p:cNvSpPr/>
          <p:nvPr/>
        </p:nvSpPr>
        <p:spPr>
          <a:xfrm>
            <a:off x="6940296" y="2798064"/>
            <a:ext cx="182880" cy="18288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7" name="Text 35"/>
          <p:cNvSpPr/>
          <p:nvPr/>
        </p:nvSpPr>
        <p:spPr>
          <a:xfrm>
            <a:off x="7196328" y="274320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3749040"/>
            <a:ext cx="2011680" cy="4114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9" name="Shape 37"/>
          <p:cNvSpPr/>
          <p:nvPr/>
        </p:nvSpPr>
        <p:spPr>
          <a:xfrm>
            <a:off x="411480" y="3867912"/>
            <a:ext cx="182880" cy="18288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0" name="Text 38"/>
          <p:cNvSpPr/>
          <p:nvPr/>
        </p:nvSpPr>
        <p:spPr>
          <a:xfrm>
            <a:off x="667512" y="38130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96312" y="3749040"/>
            <a:ext cx="2011680" cy="4114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2" name="Shape 40"/>
          <p:cNvSpPr/>
          <p:nvPr/>
        </p:nvSpPr>
        <p:spPr>
          <a:xfrm>
            <a:off x="2587752" y="3867912"/>
            <a:ext cx="182880" cy="18288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3" name="Text 41"/>
          <p:cNvSpPr/>
          <p:nvPr/>
        </p:nvSpPr>
        <p:spPr>
          <a:xfrm>
            <a:off x="2843784" y="38130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returns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72584" y="3776472"/>
            <a:ext cx="2011680" cy="4114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5" name="Shape 43"/>
          <p:cNvSpPr/>
          <p:nvPr/>
        </p:nvSpPr>
        <p:spPr>
          <a:xfrm>
            <a:off x="4764024" y="3895344"/>
            <a:ext cx="182880" cy="18288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6" name="Text 44"/>
          <p:cNvSpPr/>
          <p:nvPr/>
        </p:nvSpPr>
        <p:spPr>
          <a:xfrm>
            <a:off x="5020056" y="38404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48856" y="3776472"/>
            <a:ext cx="2011680" cy="4114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8" name="Shape 46"/>
          <p:cNvSpPr/>
          <p:nvPr/>
        </p:nvSpPr>
        <p:spPr>
          <a:xfrm>
            <a:off x="6940296" y="3895344"/>
            <a:ext cx="182880" cy="18288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9" name="Text 47"/>
          <p:cNvSpPr/>
          <p:nvPr/>
        </p:nvSpPr>
        <p:spPr>
          <a:xfrm>
            <a:off x="7196328" y="38404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&amp; fridges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995928" y="512064"/>
            <a:ext cx="219456" cy="21945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3995928" y="5120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97680" y="49377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last 6–12 months of RFID sales per fridge per category per day-of-week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95928" y="950976"/>
            <a:ext cx="219456" cy="21945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3995928" y="9509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0" y="93268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delivery day (Mondays vs Tuesdays treated separately)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95928" y="1389888"/>
            <a:ext cx="219456" cy="21945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3995928" y="13898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7680" y="13716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 % (sold/added) → colour codes: ≥90% yellow, &lt;70% 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95928" y="1828800"/>
            <a:ext cx="219456" cy="21945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3995928" y="18288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97680" y="18105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holidays (near-zero days) automatically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22090" y="2834640"/>
            <a:ext cx="122244" cy="165313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6222089" y="2834640"/>
            <a:ext cx="142354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23842" y="2816352"/>
            <a:ext cx="231754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dual product rating: 50% global score + 50% per-fridge score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8541" y="3568601"/>
            <a:ext cx="145902" cy="15544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2" name="Text 20"/>
          <p:cNvSpPr/>
          <p:nvPr/>
        </p:nvSpPr>
        <p:spPr>
          <a:xfrm>
            <a:off x="6222090" y="3546043"/>
            <a:ext cx="145902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23842" y="3527755"/>
            <a:ext cx="27660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adjustment: +/− % based on 18 months of weather/sales correlation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7160" y="2155912"/>
            <a:ext cx="3794760" cy="237744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73152" y="2176272"/>
            <a:ext cx="3648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UI — live mockup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600E09D-883B-0E23-5995-F090592DC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2432304"/>
            <a:ext cx="5859040" cy="2623450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67831101-8C8F-D16A-7208-401DD31E62D8}"/>
              </a:ext>
            </a:extLst>
          </p:cNvPr>
          <p:cNvSpPr/>
          <p:nvPr/>
        </p:nvSpPr>
        <p:spPr>
          <a:xfrm>
            <a:off x="2562045" y="859536"/>
            <a:ext cx="810883" cy="7498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— KEY FEATURE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Residual fridge stock logic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gives live stock per fridge. Shelf life determines what stays vs what gets pulled.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for DPG Media (Mon + Thu deliveries):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4114800" cy="82296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54864" cy="8229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07568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run on Wed afternoon for Thursday delivery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965960"/>
            <a:ext cx="4114800" cy="82296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4754880" y="1965960"/>
            <a:ext cx="54864" cy="8229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Shape 12"/>
          <p:cNvSpPr/>
          <p:nvPr/>
        </p:nvSpPr>
        <p:spPr>
          <a:xfrm>
            <a:off x="4892040" y="2240280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489204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800" y="207568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window = Thu → Sun (4 days until next Monday delivery)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114800" cy="82296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54864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03580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Husky: pull live stock in fridge + DLC remaining per product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4114800" cy="82296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54864" cy="8229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Shape 22"/>
          <p:cNvSpPr/>
          <p:nvPr/>
        </p:nvSpPr>
        <p:spPr>
          <a:xfrm>
            <a:off x="4892040" y="3200400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489204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303580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 ≥ 4 days → product stays → deduct from forecast (green panel)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886200"/>
            <a:ext cx="4114800" cy="82296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8" name="Shape 26"/>
          <p:cNvSpPr/>
          <p:nvPr/>
        </p:nvSpPr>
        <p:spPr>
          <a:xfrm>
            <a:off x="320040" y="3886200"/>
            <a:ext cx="54864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0" name="Text 28"/>
          <p:cNvSpPr/>
          <p:nvPr/>
        </p:nvSpPr>
        <p:spPr>
          <a:xfrm>
            <a:off x="457200" y="4160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399592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 &lt; 4 days → driver pulls the product → withdrawal list on dispatch sheet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886200"/>
            <a:ext cx="4114800" cy="82296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3" name="Shape 31"/>
          <p:cNvSpPr/>
          <p:nvPr/>
        </p:nvSpPr>
        <p:spPr>
          <a:xfrm>
            <a:off x="4754880" y="3886200"/>
            <a:ext cx="54864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4" name="Shape 32"/>
          <p:cNvSpPr/>
          <p:nvPr/>
        </p:nvSpPr>
        <p:spPr>
          <a:xfrm>
            <a:off x="4892040" y="4160520"/>
            <a:ext cx="274320" cy="2743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5" name="Text 33"/>
          <p:cNvSpPr/>
          <p:nvPr/>
        </p:nvSpPr>
        <p:spPr>
          <a:xfrm>
            <a:off x="4892040" y="4160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57800" y="399592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to deliver = Max(0, forecast − deductible residual stock)</a:t>
            </a:r>
            <a:endParaRPr lang="en-US" sz="11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780B251-A83F-CFC5-5414-3F77399E31B8}"/>
              </a:ext>
            </a:extLst>
          </p:cNvPr>
          <p:cNvSpPr/>
          <p:nvPr/>
        </p:nvSpPr>
        <p:spPr>
          <a:xfrm>
            <a:off x="6340414" y="452628"/>
            <a:ext cx="810883" cy="7498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— WEEKLY MENU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menu — plan ahead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menu per week defines which products CAN be in the fridges. Plannable weeks in advance.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754880" cy="6400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54864" cy="640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438912" y="1773936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38912" y="1773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6367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menus ahead of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190195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tabs (S22, S23…) allow planning future menus before the week starts. Copy previous week in one click.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22576"/>
            <a:ext cx="4754880" cy="6400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320040" y="2322576"/>
            <a:ext cx="54864" cy="640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Shape 12"/>
          <p:cNvSpPr/>
          <p:nvPr/>
        </p:nvSpPr>
        <p:spPr>
          <a:xfrm>
            <a:off x="438912" y="2523744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438912" y="2523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23865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Products selected via dropdown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6517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540 products by name or brand. Grouped by category. Replaces checkboxes — much faster at scale.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72384"/>
            <a:ext cx="4754880" cy="6400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320040" y="3072384"/>
            <a:ext cx="54864" cy="640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Shape 18"/>
          <p:cNvSpPr/>
          <p:nvPr/>
        </p:nvSpPr>
        <p:spPr>
          <a:xfrm>
            <a:off x="438912" y="3273552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438912" y="3273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31363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 applies to all fridges as 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4015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menu defines the permitted product list. Per-fridge quantities are then set in the dispatch matrix.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822192"/>
            <a:ext cx="4754880" cy="6400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5" name="Shape 23"/>
          <p:cNvSpPr/>
          <p:nvPr/>
        </p:nvSpPr>
        <p:spPr>
          <a:xfrm>
            <a:off x="320040" y="3822192"/>
            <a:ext cx="54864" cy="640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6" name="Shape 24"/>
          <p:cNvSpPr/>
          <p:nvPr/>
        </p:nvSpPr>
        <p:spPr>
          <a:xfrm>
            <a:off x="438912" y="4023360"/>
            <a:ext cx="274320" cy="2743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438912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38862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→ dispatch matrix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" y="415137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menu is validated, the global view (frigos × products) is pre-filled by the forecast. Manual adjustment always possible.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78971" y="2148840"/>
            <a:ext cx="3657600" cy="237744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5352123" y="2157984"/>
            <a:ext cx="3511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 UI — live mockup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78971" y="2404872"/>
            <a:ext cx="3657600" cy="1472184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17014D3-2B74-369A-99F5-A5B03F911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967" y="2633472"/>
            <a:ext cx="3453848" cy="1166982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C5452B01-C9C3-9A79-03AF-DCD189039D38}"/>
              </a:ext>
            </a:extLst>
          </p:cNvPr>
          <p:cNvSpPr/>
          <p:nvPr/>
        </p:nvSpPr>
        <p:spPr>
          <a:xfrm>
            <a:off x="7522233" y="516636"/>
            <a:ext cx="810883" cy="7498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— ADD-ON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Add-on services — coffee, fruits &amp; business lunch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fridge: a dedicated page for additional client services, auto-dispatched.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114800" cy="138988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54864" cy="138988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448056" y="1737360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48056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6642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 page per service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" y="202996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page for Coffee, Fruits, and Business Lunch services. Each client can have a different service level.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572768"/>
            <a:ext cx="4114800" cy="138988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4754880" y="1572768"/>
            <a:ext cx="54864" cy="138988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Shape 12"/>
          <p:cNvSpPr/>
          <p:nvPr/>
        </p:nvSpPr>
        <p:spPr>
          <a:xfrm>
            <a:off x="4882896" y="1737360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4882896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800" y="16642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Auto-dispatch for recurring items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82896" y="202996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are added automatically to the dispatch sheet based on schedule (e.g. 5 kg every Monday and Wednesday), excluding holidays.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45536"/>
            <a:ext cx="4114800" cy="138988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320040" y="3145536"/>
            <a:ext cx="54864" cy="138988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Shape 18"/>
          <p:cNvSpPr/>
          <p:nvPr/>
        </p:nvSpPr>
        <p:spPr>
          <a:xfrm>
            <a:off x="448056" y="3310128"/>
            <a:ext cx="274320" cy="27432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448056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2369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lunch — order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" y="3602736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lunch added via dropdown with date, PO reference, and client. Automatically appears on the dispatch sheet for that date.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145536"/>
            <a:ext cx="4114800" cy="138988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5" name="Shape 23"/>
          <p:cNvSpPr/>
          <p:nvPr/>
        </p:nvSpPr>
        <p:spPr>
          <a:xfrm>
            <a:off x="4754880" y="3145536"/>
            <a:ext cx="54864" cy="1389888"/>
          </a:xfrm>
          <a:prstGeom prst="rect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6" name="Shape 24"/>
          <p:cNvSpPr/>
          <p:nvPr/>
        </p:nvSpPr>
        <p:spPr>
          <a:xfrm>
            <a:off x="4882896" y="3310128"/>
            <a:ext cx="274320" cy="274320"/>
          </a:xfrm>
          <a:prstGeom prst="ellipse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4882896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32369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other product / ad-hoc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82896" y="3602736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non-fridge product can be added manually. Linked to the client profile and tracked in dispatch history.</a:t>
            </a:r>
            <a:endParaRPr lang="en-US" sz="11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E840F06-D306-1178-3683-920A1B8E6B6D}"/>
              </a:ext>
            </a:extLst>
          </p:cNvPr>
          <p:cNvSpPr/>
          <p:nvPr/>
        </p:nvSpPr>
        <p:spPr>
          <a:xfrm>
            <a:off x="8333117" y="411480"/>
            <a:ext cx="810883" cy="7498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— MENU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 — per-product &amp; per-fridge rules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control: caps, stock awareness, exclusions, targets.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114800" cy="138988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54864" cy="138988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448056" y="1737360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48056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6642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 per product per fridge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" y="202996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hard cap on any product for any fridge. E.g. max 15 cookies at ABB. Cannot be exceeded when assigning quantities.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572768"/>
            <a:ext cx="4114800" cy="138988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4754880" y="1572768"/>
            <a:ext cx="54864" cy="138988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Shape 12"/>
          <p:cNvSpPr/>
          <p:nvPr/>
        </p:nvSpPr>
        <p:spPr>
          <a:xfrm>
            <a:off x="4882896" y="1737360"/>
            <a:ext cx="274320" cy="27432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4882896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800" y="16642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Stock-aware assignment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82896" y="202996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assigning quantities, the system checks warehouse stock. You cannot assign more than what is available. Red border if exceeded.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45536"/>
            <a:ext cx="4114800" cy="107899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320040" y="3145536"/>
            <a:ext cx="45719" cy="10789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Shape 18"/>
          <p:cNvSpPr/>
          <p:nvPr/>
        </p:nvSpPr>
        <p:spPr>
          <a:xfrm>
            <a:off x="448056" y="3310128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448056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2369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product baseline (≤ 250 sales)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50706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fewer than 250 sales receive the average global score as a placeholder until real data accumulates.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145536"/>
            <a:ext cx="4114800" cy="107899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5" name="Shape 23"/>
          <p:cNvSpPr/>
          <p:nvPr/>
        </p:nvSpPr>
        <p:spPr>
          <a:xfrm>
            <a:off x="4754880" y="3145536"/>
            <a:ext cx="54864" cy="1078992"/>
          </a:xfrm>
          <a:prstGeom prst="rect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6" name="Shape 24"/>
          <p:cNvSpPr/>
          <p:nvPr/>
        </p:nvSpPr>
        <p:spPr>
          <a:xfrm>
            <a:off x="4882896" y="3310128"/>
            <a:ext cx="274320" cy="274320"/>
          </a:xfrm>
          <a:prstGeom prst="ellipse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4882896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32369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Exclude a product from a specific fridge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82896" y="3491927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Tick/untick a product to exclude it from a fridge's weekly menu. E.g. sandwiches not distributed at a specific location.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334256"/>
            <a:ext cx="8549640" cy="54864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1" name="Shape 29"/>
          <p:cNvSpPr/>
          <p:nvPr/>
        </p:nvSpPr>
        <p:spPr>
          <a:xfrm>
            <a:off x="320040" y="4407408"/>
            <a:ext cx="45719" cy="4754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2" name="Shape 30"/>
          <p:cNvSpPr/>
          <p:nvPr/>
        </p:nvSpPr>
        <p:spPr>
          <a:xfrm>
            <a:off x="438912" y="4425696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Text 31"/>
          <p:cNvSpPr/>
          <p:nvPr/>
        </p:nvSpPr>
        <p:spPr>
          <a:xfrm>
            <a:off x="438912" y="4425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" y="42885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targets &amp; fridge groups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" y="45720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targets per product per fridge. Create fridge groups — e.g. replace Coke with Fanta across a group while keeping targets. Managed via a dedicated Targets tab.</a:t>
            </a:r>
            <a:endParaRPr lang="en-US" sz="10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508204B-7C0B-80C8-1341-6C56DCE725D2}"/>
              </a:ext>
            </a:extLst>
          </p:cNvPr>
          <p:cNvSpPr/>
          <p:nvPr/>
        </p:nvSpPr>
        <p:spPr>
          <a:xfrm>
            <a:off x="8058797" y="208155"/>
            <a:ext cx="810883" cy="7498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— PURCHASE ORDERS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 orders — beyond just PO numbers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Warehouse-first design: view by date, scan delivery notes, clear stock visibility.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114800" cy="10241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54864" cy="10241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448056" y="1719072"/>
            <a:ext cx="237744" cy="237744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48056" y="17190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64592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orders by date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" y="19751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by PO number. Filter by delivery date to see what's arriving today, this week. Essential for warehouse planning.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572768"/>
            <a:ext cx="4114800" cy="10241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4754880" y="1572768"/>
            <a:ext cx="54864" cy="10241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Shape 12"/>
          <p:cNvSpPr/>
          <p:nvPr/>
        </p:nvSpPr>
        <p:spPr>
          <a:xfrm>
            <a:off x="4882896" y="1719072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4882896" y="17190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0" y="164592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 stock page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82896" y="19751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stock view: current stock, on-order quantities, and the difference clearly visible side by side.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743200"/>
            <a:ext cx="4114800" cy="10241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54864" cy="10241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Shape 18"/>
          <p:cNvSpPr/>
          <p:nvPr/>
        </p:nvSpPr>
        <p:spPr>
          <a:xfrm>
            <a:off x="448056" y="2889504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448056" y="28895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281635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In-stock vs ordered distinction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" y="314553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differentiate between stock physically in warehouse vs quantities on open purchase orders. No more confusion.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743200"/>
            <a:ext cx="4114800" cy="10241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5" name="Shape 23"/>
          <p:cNvSpPr/>
          <p:nvPr/>
        </p:nvSpPr>
        <p:spPr>
          <a:xfrm>
            <a:off x="4754880" y="2743200"/>
            <a:ext cx="54864" cy="10241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6" name="Shape 24"/>
          <p:cNvSpPr/>
          <p:nvPr/>
        </p:nvSpPr>
        <p:spPr>
          <a:xfrm>
            <a:off x="4882896" y="2889504"/>
            <a:ext cx="237744" cy="23774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4882896" y="28895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0" y="281635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Warehouse manager dedicated view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82896" y="314553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entry point and breadcrumbs for warehouse staff. Workflow optimised for daily receiving: scan, confirm, done.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913632"/>
            <a:ext cx="4114800" cy="10241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1" name="Shape 29"/>
          <p:cNvSpPr/>
          <p:nvPr/>
        </p:nvSpPr>
        <p:spPr>
          <a:xfrm>
            <a:off x="320040" y="3913632"/>
            <a:ext cx="54864" cy="10241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2" name="Shape 30"/>
          <p:cNvSpPr/>
          <p:nvPr/>
        </p:nvSpPr>
        <p:spPr>
          <a:xfrm>
            <a:off x="448056" y="4059936"/>
            <a:ext cx="237744" cy="2377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Text 31"/>
          <p:cNvSpPr/>
          <p:nvPr/>
        </p:nvSpPr>
        <p:spPr>
          <a:xfrm>
            <a:off x="448056" y="40599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" y="398678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 &amp; attach delivery note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8056" y="43159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or warehouse staff can photograph the supplier delivery note and attach it to the PO as proof of receipt.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913632"/>
            <a:ext cx="4114800" cy="10241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7" name="Shape 35"/>
          <p:cNvSpPr/>
          <p:nvPr/>
        </p:nvSpPr>
        <p:spPr>
          <a:xfrm>
            <a:off x="4754880" y="3913632"/>
            <a:ext cx="54864" cy="1024128"/>
          </a:xfrm>
          <a:prstGeom prst="rect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8" name="Shape 36"/>
          <p:cNvSpPr/>
          <p:nvPr/>
        </p:nvSpPr>
        <p:spPr>
          <a:xfrm>
            <a:off x="4882896" y="4059936"/>
            <a:ext cx="237744" cy="237744"/>
          </a:xfrm>
          <a:prstGeom prst="ellipse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9" name="Text 37"/>
          <p:cNvSpPr/>
          <p:nvPr/>
        </p:nvSpPr>
        <p:spPr>
          <a:xfrm>
            <a:off x="4882896" y="40599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0" y="398678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Later: link to invoicing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82896" y="43159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phase: automatic link between purchase order → delivery receipt → Peppol invoice for 3-way reconciliation.</a:t>
            </a:r>
            <a:endParaRPr lang="en-US" sz="10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54E2A33-E6F3-862E-A9D2-63A61160F97D}"/>
              </a:ext>
            </a:extLst>
          </p:cNvPr>
          <p:cNvSpPr/>
          <p:nvPr/>
        </p:nvSpPr>
        <p:spPr>
          <a:xfrm>
            <a:off x="8077085" y="192024"/>
            <a:ext cx="810883" cy="7498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1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3736F9C-9EDC-0369-3052-BAA5B779BEA6}"/>
              </a:ext>
            </a:extLst>
          </p:cNvPr>
          <p:cNvSpPr/>
          <p:nvPr/>
        </p:nvSpPr>
        <p:spPr>
          <a:xfrm>
            <a:off x="8205791" y="3976605"/>
            <a:ext cx="517585" cy="5465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— DISPATCH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sheets auto-generated — categories in correct order — withdrawal list included.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114800" cy="80467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54864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484632" y="1645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Auto-deduct stock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9202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 dispatch immediately deducts from warehouse stock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72768"/>
            <a:ext cx="4114800" cy="80467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4754880" y="1572768"/>
            <a:ext cx="54864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4919472" y="1645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order enforced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9202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→ Frozen → Salads → Wraps → Granolas → Soups → Desserts → Drinks → Snacks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87168"/>
            <a:ext cx="4114800" cy="80467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5" name="Shape 13"/>
          <p:cNvSpPr/>
          <p:nvPr/>
        </p:nvSpPr>
        <p:spPr>
          <a:xfrm>
            <a:off x="320040" y="2487168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484632" y="25603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Withdrawal list on sheet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" y="28346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DLC too short are flagged for driver to pull — mark as loss or return to WH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87168"/>
            <a:ext cx="4114800" cy="80467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4754880" y="2487168"/>
            <a:ext cx="54864" cy="8046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4919472" y="25603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products manually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28346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add products not in the standard weekly menu directly in dispatch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401568"/>
            <a:ext cx="4114800" cy="80467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320040" y="3401568"/>
            <a:ext cx="54864" cy="80467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484632" y="3474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Past-date safeguard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" y="37490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 dispatch for a past date requires explicit user confirmation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401568"/>
            <a:ext cx="4114800" cy="80467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7" name="Shape 25"/>
          <p:cNvSpPr/>
          <p:nvPr/>
        </p:nvSpPr>
        <p:spPr>
          <a:xfrm>
            <a:off x="4754880" y="3401568"/>
            <a:ext cx="54864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4919472" y="3474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 dispatch day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37490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any delivery day to another date in one click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343400"/>
            <a:ext cx="8458200" cy="5669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1" name="Shape 29"/>
          <p:cNvSpPr/>
          <p:nvPr/>
        </p:nvSpPr>
        <p:spPr>
          <a:xfrm>
            <a:off x="320040" y="4343400"/>
            <a:ext cx="54864" cy="566928"/>
          </a:xfrm>
          <a:prstGeom prst="rect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2" name="Text 30"/>
          <p:cNvSpPr/>
          <p:nvPr/>
        </p:nvSpPr>
        <p:spPr>
          <a:xfrm>
            <a:off x="475488" y="44074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Reminders on sheet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51760" y="4407408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'N'oubliez pas votre uniforme' and other important reminders printed on every sheet</a:t>
            </a:r>
            <a:endParaRPr lang="en-US" sz="100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878A3B00-264D-5741-B0CE-3CA3ACD5063E}"/>
              </a:ext>
            </a:extLst>
          </p:cNvPr>
          <p:cNvSpPr/>
          <p:nvPr/>
        </p:nvSpPr>
        <p:spPr>
          <a:xfrm>
            <a:off x="4773168" y="322087"/>
            <a:ext cx="4114800" cy="80467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DE5797C1-9519-5048-3DB5-3A3428AD1B70}"/>
              </a:ext>
            </a:extLst>
          </p:cNvPr>
          <p:cNvSpPr/>
          <p:nvPr/>
        </p:nvSpPr>
        <p:spPr>
          <a:xfrm>
            <a:off x="4809744" y="4023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dispatch per day possible</a:t>
            </a:r>
            <a:endParaRPr lang="en-US" sz="120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840D0409-1CF4-C559-78A3-CB4C9E9ABB47}"/>
              </a:ext>
            </a:extLst>
          </p:cNvPr>
          <p:cNvSpPr/>
          <p:nvPr/>
        </p:nvSpPr>
        <p:spPr>
          <a:xfrm>
            <a:off x="4737502" y="69421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836D511-CD02-4353-A197-9353525A42B3}"/>
              </a:ext>
            </a:extLst>
          </p:cNvPr>
          <p:cNvSpPr/>
          <p:nvPr/>
        </p:nvSpPr>
        <p:spPr>
          <a:xfrm>
            <a:off x="3575132" y="310896"/>
            <a:ext cx="810883" cy="7498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— LOGISTICS &amp; ROUTING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&amp; assign delivery routes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dispatch sheet to driver app — optimised routes, pick lists, SMS alerts.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023360" cy="301752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02336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3840480" cy="694944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0" name="Shape 8"/>
          <p:cNvSpPr/>
          <p:nvPr/>
        </p:nvSpPr>
        <p:spPr>
          <a:xfrm>
            <a:off x="411480" y="2011680"/>
            <a:ext cx="45720" cy="6949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512064" y="213055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121408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to be delivered this 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34640"/>
            <a:ext cx="3840480" cy="694944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45720" cy="6949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512064" y="295351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2944368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delivery staff available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657600"/>
            <a:ext cx="3840480" cy="694944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8" name="Shape 16"/>
          <p:cNvSpPr/>
          <p:nvPr/>
        </p:nvSpPr>
        <p:spPr>
          <a:xfrm>
            <a:off x="411480" y="3657600"/>
            <a:ext cx="45720" cy="6949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512064" y="377647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" y="3767328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reminder sent to driver automatically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800600" y="1572768"/>
            <a:ext cx="4023360" cy="301752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4800600" y="1572768"/>
            <a:ext cx="402336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4937760" y="1664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2011680"/>
            <a:ext cx="3840480" cy="5669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6" name="Shape 24"/>
          <p:cNvSpPr/>
          <p:nvPr/>
        </p:nvSpPr>
        <p:spPr>
          <a:xfrm>
            <a:off x="4892040" y="2011680"/>
            <a:ext cx="45720" cy="5669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4992624" y="21305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66944" y="204825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number of routes generated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2670048"/>
            <a:ext cx="3840480" cy="5669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0" name="Shape 28"/>
          <p:cNvSpPr/>
          <p:nvPr/>
        </p:nvSpPr>
        <p:spPr>
          <a:xfrm>
            <a:off x="4892040" y="2670048"/>
            <a:ext cx="45720" cy="5669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4992624" y="27889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66944" y="270662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assigned to drivers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3328416"/>
            <a:ext cx="3840480" cy="5669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4" name="Shape 32"/>
          <p:cNvSpPr/>
          <p:nvPr/>
        </p:nvSpPr>
        <p:spPr>
          <a:xfrm>
            <a:off x="4892040" y="3328416"/>
            <a:ext cx="45720" cy="5669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5" name="Text 33"/>
          <p:cNvSpPr/>
          <p:nvPr/>
        </p:nvSpPr>
        <p:spPr>
          <a:xfrm>
            <a:off x="4992624" y="34472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66944" y="336499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app: dedicated page with route, pick list, estimated time &amp; KM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3986784"/>
            <a:ext cx="3840480" cy="5669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8" name="Shape 36"/>
          <p:cNvSpPr/>
          <p:nvPr/>
        </p:nvSpPr>
        <p:spPr>
          <a:xfrm>
            <a:off x="4892040" y="3986784"/>
            <a:ext cx="45720" cy="5669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9" name="Text 37"/>
          <p:cNvSpPr/>
          <p:nvPr/>
        </p:nvSpPr>
        <p:spPr>
          <a:xfrm>
            <a:off x="4992624" y="41056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66944" y="402336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list per route — what to load from warehouse</a:t>
            </a:r>
            <a:endParaRPr lang="en-US" sz="10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A3C9F72-16E0-B153-445D-647FC6C30F0C}"/>
              </a:ext>
            </a:extLst>
          </p:cNvPr>
          <p:cNvSpPr/>
          <p:nvPr/>
        </p:nvSpPr>
        <p:spPr>
          <a:xfrm>
            <a:off x="7522234" y="251460"/>
            <a:ext cx="810883" cy="7498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MODULES 4 &amp;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&amp; Alerts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stock is impossible. Issues surface before they become problems.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rules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057400"/>
            <a:ext cx="164592" cy="16459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adjust stock manually (with required explanation box)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624328"/>
            <a:ext cx="164592" cy="16459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548640" y="259689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 receipt automatically adds to stock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191256"/>
            <a:ext cx="164592" cy="16459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548640" y="316382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dispatch save automatically deducts from stock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758184"/>
            <a:ext cx="164592" cy="16459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548640" y="373075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trail: user + timestamp on every movement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 types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057400"/>
            <a:ext cx="4069080" cy="5669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4828032" y="2258568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5074920" y="21214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Expiry alert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3682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expiring within 2 days (configurable)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743200"/>
            <a:ext cx="4069080" cy="5669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1" name="Shape 19"/>
          <p:cNvSpPr/>
          <p:nvPr/>
        </p:nvSpPr>
        <p:spPr>
          <a:xfrm>
            <a:off x="4828032" y="2944368"/>
            <a:ext cx="182880" cy="1828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2" name="Text 20"/>
          <p:cNvSpPr/>
          <p:nvPr/>
        </p:nvSpPr>
        <p:spPr>
          <a:xfrm>
            <a:off x="5074920" y="28072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stock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30540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Per-product configurable minimum threshold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4069080" cy="5669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5" name="Shape 23"/>
          <p:cNvSpPr/>
          <p:nvPr/>
        </p:nvSpPr>
        <p:spPr>
          <a:xfrm>
            <a:off x="4828032" y="3630168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6" name="Text 24"/>
          <p:cNvSpPr/>
          <p:nvPr/>
        </p:nvSpPr>
        <p:spPr>
          <a:xfrm>
            <a:off x="5074920" y="34930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Negative Alert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37398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blocked before stock would go negative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4114800"/>
            <a:ext cx="4069080" cy="56692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9" name="Shape 27"/>
          <p:cNvSpPr/>
          <p:nvPr/>
        </p:nvSpPr>
        <p:spPr>
          <a:xfrm>
            <a:off x="4828032" y="4315968"/>
            <a:ext cx="182880" cy="18288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0" name="Text 28"/>
          <p:cNvSpPr/>
          <p:nvPr/>
        </p:nvSpPr>
        <p:spPr>
          <a:xfrm>
            <a:off x="5074920" y="41788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RFID offline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44256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hasn't reported sales in &gt;N hours</a:t>
            </a:r>
            <a:endParaRPr lang="en-US" sz="10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220230D-A1D1-956D-BEC0-1A7DE76E3480}"/>
              </a:ext>
            </a:extLst>
          </p:cNvPr>
          <p:cNvSpPr/>
          <p:nvPr/>
        </p:nvSpPr>
        <p:spPr>
          <a:xfrm>
            <a:off x="7479102" y="822960"/>
            <a:ext cx="810883" cy="7498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— CLIENT MANAGEMENT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 client page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client — everything about their fridge, services, interventions and fees in one place.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114800" cy="15544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54864" cy="1554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448056" y="1719072"/>
            <a:ext cx="310896" cy="31089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48056" y="17190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1664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info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" y="207568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number of workers, type of workers (white collar / blue collar). Used to calibrate forecast targets and product mix.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572768"/>
            <a:ext cx="4114800" cy="15544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4754880" y="1572768"/>
            <a:ext cx="54864" cy="1554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Shape 12"/>
          <p:cNvSpPr/>
          <p:nvPr/>
        </p:nvSpPr>
        <p:spPr>
          <a:xfrm>
            <a:off x="4882896" y="1719072"/>
            <a:ext cx="310896" cy="310896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4882896" y="17190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85232" y="1664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intervention log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82896" y="207568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any intervention on the fridge: technical issue, cleaning, hardware replacement. Timestamped and linked to the client.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4114800" cy="15544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320040" y="3291840"/>
            <a:ext cx="54864" cy="155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Shape 18"/>
          <p:cNvSpPr/>
          <p:nvPr/>
        </p:nvSpPr>
        <p:spPr>
          <a:xfrm>
            <a:off x="448056" y="3438144"/>
            <a:ext cx="310896" cy="3108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448056" y="3438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Preferences &amp; special services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" y="3794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client preferences (e.g. no fish products) and any special services required (coffee machine, fruit basket, catering).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291840"/>
            <a:ext cx="4114800" cy="155448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54864" cy="1554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6" name="Shape 24"/>
          <p:cNvSpPr/>
          <p:nvPr/>
        </p:nvSpPr>
        <p:spPr>
          <a:xfrm>
            <a:off x="4882896" y="3438144"/>
            <a:ext cx="310896" cy="31089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4882896" y="3438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85232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 management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82896" y="3794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monthly fees per service type: fridge rental, coffee machine, fruit delivery, catering. Used in financial reporting.</a:t>
            </a:r>
            <a:endParaRPr lang="en-US" sz="11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8587E05-47B8-4AE3-DB5A-128D7698DB88}"/>
              </a:ext>
            </a:extLst>
          </p:cNvPr>
          <p:cNvSpPr/>
          <p:nvPr/>
        </p:nvSpPr>
        <p:spPr>
          <a:xfrm>
            <a:off x="7686135" y="155448"/>
            <a:ext cx="810883" cy="7498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&amp; ROLES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right access for every team member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458200" cy="58521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4864" cy="58521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457200" y="1527048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0D2240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 manager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554480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— all modules, settings, historical edits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112264"/>
            <a:ext cx="8458200" cy="58521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320040" y="2112264"/>
            <a:ext cx="54864" cy="58521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0D2240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457200" y="22219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Warehouse staff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224942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dispatch, order receipt — read-only on forecasts and finance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807208"/>
            <a:ext cx="8458200" cy="58521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6" name="Shape 14"/>
          <p:cNvSpPr/>
          <p:nvPr/>
        </p:nvSpPr>
        <p:spPr>
          <a:xfrm>
            <a:off x="320040" y="2807208"/>
            <a:ext cx="54864" cy="58521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0D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457200" y="291693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Driver / delivery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2944368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dispatch sheets for their assigned route — mobile view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502152"/>
            <a:ext cx="8458200" cy="58521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1" name="Shape 19"/>
          <p:cNvSpPr/>
          <p:nvPr/>
        </p:nvSpPr>
        <p:spPr>
          <a:xfrm>
            <a:off x="320040" y="3502152"/>
            <a:ext cx="54864" cy="585216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0D2240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 / reporting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3639312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to returns, P&amp;L reports, and consumption reports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197096"/>
            <a:ext cx="8458200" cy="58521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6" name="Shape 24"/>
          <p:cNvSpPr/>
          <p:nvPr/>
        </p:nvSpPr>
        <p:spPr>
          <a:xfrm>
            <a:off x="320040" y="4197096"/>
            <a:ext cx="54864" cy="5852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Shape 25"/>
          <p:cNvSpPr/>
          <p:nvPr/>
        </p:nvSpPr>
        <p:spPr>
          <a:xfrm>
            <a:off x="457200" y="4306824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0D224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457200" y="430682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31720" y="4334256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management, settings, import/export of master data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5-phase migration — operations never stop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600200" cy="260604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16002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896112" y="1463040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896112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" y="2029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450592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DB, auth, products,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clients, fridges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39112" y="1325880"/>
            <a:ext cx="1600200" cy="260604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Shape 10"/>
          <p:cNvSpPr/>
          <p:nvPr/>
        </p:nvSpPr>
        <p:spPr>
          <a:xfrm>
            <a:off x="2039112" y="1325880"/>
            <a:ext cx="1600200" cy="73152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2615184" y="1463040"/>
            <a:ext cx="457200" cy="457200"/>
          </a:xfrm>
          <a:prstGeom prst="ellipse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2615184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12264" y="2029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30552" y="2450592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stock,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receipt, alerts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58184" y="1325880"/>
            <a:ext cx="1600200" cy="260604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Shape 16"/>
          <p:cNvSpPr/>
          <p:nvPr/>
        </p:nvSpPr>
        <p:spPr>
          <a:xfrm>
            <a:off x="3758184" y="1325880"/>
            <a:ext cx="16002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4334256" y="1463040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4334256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31336" y="2029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9624" y="2450592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Dispatch, forecast,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PDF export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77256" y="1325880"/>
            <a:ext cx="1600200" cy="260604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Shape 22"/>
          <p:cNvSpPr/>
          <p:nvPr/>
        </p:nvSpPr>
        <p:spPr>
          <a:xfrm>
            <a:off x="5477256" y="1325880"/>
            <a:ext cx="16002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Shape 23"/>
          <p:cNvSpPr/>
          <p:nvPr/>
        </p:nvSpPr>
        <p:spPr>
          <a:xfrm>
            <a:off x="6053328" y="1463040"/>
            <a:ext cx="457200" cy="45720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6" name="Text 24"/>
          <p:cNvSpPr/>
          <p:nvPr/>
        </p:nvSpPr>
        <p:spPr>
          <a:xfrm>
            <a:off x="6053328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50408" y="2029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68696" y="2450592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P&amp;L,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reports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96328" y="1325880"/>
            <a:ext cx="1600200" cy="260604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0" name="Shape 28"/>
          <p:cNvSpPr/>
          <p:nvPr/>
        </p:nvSpPr>
        <p:spPr>
          <a:xfrm>
            <a:off x="7196328" y="1325880"/>
            <a:ext cx="16002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Shape 29"/>
          <p:cNvSpPr/>
          <p:nvPr/>
        </p:nvSpPr>
        <p:spPr>
          <a:xfrm>
            <a:off x="7772400" y="1463040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2" name="Text 30"/>
          <p:cNvSpPr/>
          <p:nvPr/>
        </p:nvSpPr>
        <p:spPr>
          <a:xfrm>
            <a:off x="77724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69480" y="2029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87768" y="2450592"/>
            <a:ext cx="1426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Auto-forecast,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alerts, mobile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" y="4526280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delivers a working product. Excel stays live until each module is validated.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" name="Shape 2"/>
          <p:cNvSpPr/>
          <p:nvPr/>
        </p:nvSpPr>
        <p:spPr>
          <a:xfrm>
            <a:off x="7498080" y="2377440"/>
            <a:ext cx="1828800" cy="182880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it.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20040" y="2487168"/>
            <a:ext cx="27432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320040" y="2487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to review technical spec and confirm stack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017520"/>
            <a:ext cx="27432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32004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Phase 1: data model + auth in sprint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547872"/>
            <a:ext cx="27432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320040" y="3547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54787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migrate Excel data (540 products, 40 fridges, 30 weeks of financial history)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4078224"/>
            <a:ext cx="27432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320040" y="40782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078224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 reviews Phase 2 before Excel is retired for stock/orders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365760" y="47274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FastAPI · PostgreSQL · Railway · Azure Blob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128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&amp; module design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decisions from design sessions — Slides 18 to 24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RATING — SCORING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scoring: global × per-fridge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gets a global score AND a fridge-specific score. Combined 50/50.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4069080" cy="182880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406908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score  50%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Sold (global)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2084832"/>
            <a:ext cx="1280160" cy="219456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2834640" y="2084832"/>
            <a:ext cx="704088" cy="2194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2834640" y="208483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4323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34640" y="2487168"/>
            <a:ext cx="1280160" cy="219456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Shape 13"/>
          <p:cNvSpPr/>
          <p:nvPr/>
        </p:nvSpPr>
        <p:spPr>
          <a:xfrm>
            <a:off x="2834640" y="2487168"/>
            <a:ext cx="384048" cy="2194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2834640" y="24871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2889504"/>
            <a:ext cx="1280160" cy="219456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2834640" y="2889504"/>
            <a:ext cx="192024" cy="2194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2834640" y="288950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554480"/>
            <a:ext cx="4069080" cy="182880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2" name="Shape 20"/>
          <p:cNvSpPr/>
          <p:nvPr/>
        </p:nvSpPr>
        <p:spPr>
          <a:xfrm>
            <a:off x="4754880" y="1554480"/>
            <a:ext cx="406908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4892040" y="1664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Fridge score  50%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02996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Sold at this fridge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23760" y="2084832"/>
            <a:ext cx="1280160" cy="219456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6" name="Shape 24"/>
          <p:cNvSpPr/>
          <p:nvPr/>
        </p:nvSpPr>
        <p:spPr>
          <a:xfrm>
            <a:off x="7223760" y="2084832"/>
            <a:ext cx="896112" cy="2194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7223760" y="208483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4323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review score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23760" y="2487168"/>
            <a:ext cx="1280160" cy="219456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0" name="Shape 28"/>
          <p:cNvSpPr/>
          <p:nvPr/>
        </p:nvSpPr>
        <p:spPr>
          <a:xfrm>
            <a:off x="7223760" y="2487168"/>
            <a:ext cx="384048" cy="2194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7223760" y="24871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margin excluded from fridge score — same product, margin doesn't vary per fridge.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566160"/>
            <a:ext cx="8503920" cy="54864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4" name="Text 32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(≤ 250 sales): use average global score as placeholder until real data accumulates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— MENU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 creation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menu per week defines which products CAN be in the fridges. Quantities adjusted per fridge.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8458200" cy="65836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54864" cy="6583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411480" y="1764792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11480" y="1764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week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9019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tabs (S22–S27+). Future menus plannable in advance.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22576"/>
            <a:ext cx="8458200" cy="65836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320040" y="2322576"/>
            <a:ext cx="54864" cy="6583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Shape 12"/>
          <p:cNvSpPr/>
          <p:nvPr/>
        </p:nvSpPr>
        <p:spPr>
          <a:xfrm>
            <a:off x="411480" y="2532888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411480" y="2532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products per category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670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list with search + brand filter. 540 products from Husky producttype API.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090672"/>
            <a:ext cx="8458200" cy="65836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320040" y="3090672"/>
            <a:ext cx="54864" cy="6583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Shape 18"/>
          <p:cNvSpPr/>
          <p:nvPr/>
        </p:nvSpPr>
        <p:spPr>
          <a:xfrm>
            <a:off x="411480" y="3300984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411480" y="3300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145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 applies to all fridges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4381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permitted product list. Quantities are set per-fridge in the next step.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858768"/>
            <a:ext cx="8458200" cy="658368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5" name="Shape 23"/>
          <p:cNvSpPr/>
          <p:nvPr/>
        </p:nvSpPr>
        <p:spPr>
          <a:xfrm>
            <a:off x="320040" y="3858768"/>
            <a:ext cx="54864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6" name="Shape 24"/>
          <p:cNvSpPr/>
          <p:nvPr/>
        </p:nvSpPr>
        <p:spPr>
          <a:xfrm>
            <a:off x="411480" y="4069080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411480" y="4069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3913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 globale — dispatch matrix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4206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Frigos × products table. Forecast pre-fills quantities. Manual override always possible.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 GLOBALE — DISPATCH MATRIX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Frigos × products — the Excel view rebuilt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in rows, products in columns grouped by category. Pre-filled by forecast, manually adjustable.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4114800" cy="80467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54864" cy="8046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484632" y="18470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Frozen first column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names sticky on scroll — essential with 540 products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4114800" cy="80467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4754880" y="1783080"/>
            <a:ext cx="54864" cy="8046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4919472" y="18470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pre-fill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'Apply forecast' fills all cells using the scoring + residual stock logic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4114800" cy="80467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54864" cy="8046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484632" y="2807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 / man indicator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shows whether the value comes from forecast or was manually overridden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4114800" cy="80467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54864" cy="8046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4919472" y="2807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 totals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per product across all fridges vs warehouse stock — turns red if exceeded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4114800" cy="80467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320040" y="3703320"/>
            <a:ext cx="54864" cy="8046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484632" y="3767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 totals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" y="4069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Per-fridge: units, food cost, potential sale revenue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114800" cy="804672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7" name="Shape 25"/>
          <p:cNvSpPr/>
          <p:nvPr/>
        </p:nvSpPr>
        <p:spPr>
          <a:xfrm>
            <a:off x="4754880" y="3703320"/>
            <a:ext cx="54864" cy="8046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4919472" y="3767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scope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4069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tab stores its own dispatch state independently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— HUSKY PRODUCT CATALOGUE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540 real products from Husky API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GET /api/v1/{merchant}/producttype · Exported 01 Jun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4114800" cy="40233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429768" y="153619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Cold Dishes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94760" y="153619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536192"/>
            <a:ext cx="4114800" cy="40233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4864608" y="153619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Wraps &amp; Sandwiches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0" y="153619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048256"/>
            <a:ext cx="4114800" cy="40233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429768" y="20482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Warm Dishes Jar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2048256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048256"/>
            <a:ext cx="4114800" cy="40233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4864608" y="20482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Warm Dishes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2048256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560320"/>
            <a:ext cx="4114800" cy="40233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429768" y="256032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Desserts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4760" y="256032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4114800" cy="40233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2" name="Text 20"/>
          <p:cNvSpPr/>
          <p:nvPr/>
        </p:nvSpPr>
        <p:spPr>
          <a:xfrm>
            <a:off x="4864608" y="256032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Snacks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256032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072384"/>
            <a:ext cx="4114800" cy="40233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429768" y="307238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Drinks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94760" y="307238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072384"/>
            <a:ext cx="4114800" cy="40233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4864608" y="307238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Breakfast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307238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584448"/>
            <a:ext cx="4114800" cy="40233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429768" y="35844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Soup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94760" y="3584448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584448"/>
            <a:ext cx="4114800" cy="40233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4" name="Text 32"/>
          <p:cNvSpPr/>
          <p:nvPr/>
        </p:nvSpPr>
        <p:spPr>
          <a:xfrm>
            <a:off x="4864608" y="35844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Frozen Warm Dishes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3584448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4160520"/>
            <a:ext cx="8458200" cy="73152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7" name="Text 35"/>
          <p:cNvSpPr/>
          <p:nvPr/>
        </p:nvSpPr>
        <p:spPr>
          <a:xfrm>
            <a:off x="457200" y="42062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data issues to resolve at migration: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4165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218 products missing expiry duration (DLC) — mainly Snacks &amp; Frozen   ② Per-fridge pricing (if-XXXXXX) needs mapping to internal fridge IDs   ③ 20 Box n° test lines → exclude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INTEGRATION — HUSKY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API endpoints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forecast inputs come from Husky RFID API. No manual data entry needed.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8458200" cy="73152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54864" cy="731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457200" y="1636776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0D2240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57200" y="16367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15727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/api/v1/{merchant}/producttype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8562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catalogue: name, code, category, brand, price, DLC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163677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product master data + scoring inputs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8458200" cy="73152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4" name="Shape 12"/>
          <p:cNvSpPr/>
          <p:nvPr/>
        </p:nvSpPr>
        <p:spPr>
          <a:xfrm>
            <a:off x="320040" y="2359152"/>
            <a:ext cx="54864" cy="731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Shape 13"/>
          <p:cNvSpPr/>
          <p:nvPr/>
        </p:nvSpPr>
        <p:spPr>
          <a:xfrm>
            <a:off x="457200" y="2487168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0D2240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457200" y="24871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05840" y="24231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/api/v1/{merchant}/purchases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7066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history per fridge, per product, per date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248716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forecast calculation (avg consumption per delivery day)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209544"/>
            <a:ext cx="8458200" cy="73152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1" name="Shape 19"/>
          <p:cNvSpPr/>
          <p:nvPr/>
        </p:nvSpPr>
        <p:spPr>
          <a:xfrm>
            <a:off x="320040" y="3209544"/>
            <a:ext cx="54864" cy="731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0D2240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5840" y="32735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/api/v1/{merchant}/restock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5570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ADDED/REMOVED events per fridge — live stock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33375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residual fridge stock + withdrawal list logic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059936"/>
            <a:ext cx="8458200" cy="73152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8" name="Shape 26"/>
          <p:cNvSpPr/>
          <p:nvPr/>
        </p:nvSpPr>
        <p:spPr>
          <a:xfrm>
            <a:off x="320040" y="4059936"/>
            <a:ext cx="54864" cy="731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9" name="Shape 27"/>
          <p:cNvSpPr/>
          <p:nvPr/>
        </p:nvSpPr>
        <p:spPr>
          <a:xfrm>
            <a:off x="457200" y="4187952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0D2240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0" name="Text 28"/>
          <p:cNvSpPr/>
          <p:nvPr/>
        </p:nvSpPr>
        <p:spPr>
          <a:xfrm>
            <a:off x="457200" y="418795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05840" y="41239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/api/v1/{merchant}/productreview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4407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ratings per product (rating: 1 or -1)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418795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review component of product scoring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MIGRATION — KNOWN ISSUES TO FIX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Issues carried over from Excel — must not be replicated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8458200" cy="49377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45720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Negative stock possible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700784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Database-level CHECK constraint (stock ≥ 0). Block + alert at application layer before any operation that would breach it.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8458200" cy="49377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45720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475488" y="206654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Past-date dispatch saves silently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28600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Require explicit user confirmation when saving a dispatch for a date in the past.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15184"/>
            <a:ext cx="8458200" cy="49377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4" name="Shape 12"/>
          <p:cNvSpPr/>
          <p:nvPr/>
        </p:nvSpPr>
        <p:spPr>
          <a:xfrm>
            <a:off x="320040" y="2615184"/>
            <a:ext cx="45720" cy="4937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475488" y="26517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cancellation removes stock incorrectly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871216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Cancellation flow must reverse the stock deduction. Add an explicit cancel-with-reversal operation.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200400"/>
            <a:ext cx="8458200" cy="49377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8" name="Shape 16"/>
          <p:cNvSpPr/>
          <p:nvPr/>
        </p:nvSpPr>
        <p:spPr>
          <a:xfrm>
            <a:off x="320040" y="3200400"/>
            <a:ext cx="45720" cy="4937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475488" y="323697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timestamp on saves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3456432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Timestamp and user ID recorded on every dispatch save, stock change, and data entry. Non-negotiable for audit.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785616"/>
            <a:ext cx="8458200" cy="49377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2" name="Shape 20"/>
          <p:cNvSpPr/>
          <p:nvPr/>
        </p:nvSpPr>
        <p:spPr>
          <a:xfrm>
            <a:off x="320040" y="3785616"/>
            <a:ext cx="45720" cy="4937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475488" y="38221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218 products missing DLC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041648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Block dispatch for products without expiry duration. Force entry in product master before activating.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370832"/>
            <a:ext cx="8458200" cy="493776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6" name="Shape 24"/>
          <p:cNvSpPr/>
          <p:nvPr/>
        </p:nvSpPr>
        <p:spPr>
          <a:xfrm>
            <a:off x="320040" y="4370832"/>
            <a:ext cx="45720" cy="4937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475488" y="44074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loses product order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4626864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Preserve left-to-right order from source file on all imports. Never sort alphabetically.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UPDATED SCOPE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items for the dev team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458200" cy="54864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54864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D2240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5544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fridge_product_prices, DLC mandatory, stock audit log, weekly_menu state, product targets, client service fees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458200" cy="54864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2" name="Shape 10"/>
          <p:cNvSpPr/>
          <p:nvPr/>
        </p:nvSpPr>
        <p:spPr>
          <a:xfrm>
            <a:off x="320040" y="2121408"/>
            <a:ext cx="54864" cy="548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457200" y="2258568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D2240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457200" y="22585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Husky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21284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4 endpoints: producttype, purchases, restock, productreview. Map if-XXXXXX fridge IDs to internal keys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779776"/>
            <a:ext cx="8458200" cy="54864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320040" y="2779776"/>
            <a:ext cx="54864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D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457200" y="291693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287121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540 products, 40 fridges, 30 weeks financial history. Flag 218 products missing DLC for manual entry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438144"/>
            <a:ext cx="8458200" cy="54864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2" name="Shape 20"/>
          <p:cNvSpPr/>
          <p:nvPr/>
        </p:nvSpPr>
        <p:spPr>
          <a:xfrm>
            <a:off x="320040" y="3438144"/>
            <a:ext cx="54864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457200" y="3575304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D224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457200" y="35753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 constraint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83080" y="3529584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CHECK (stock &gt;= 0) constraint before any other feature. Non-negotiable, not a UI validation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096512"/>
            <a:ext cx="8458200" cy="548640"/>
          </a:xfrm>
          <a:prstGeom prst="rect">
            <a:avLst/>
          </a:prstGeom>
          <a:solidFill>
            <a:srgbClr val="11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7" name="Shape 25"/>
          <p:cNvSpPr/>
          <p:nvPr/>
        </p:nvSpPr>
        <p:spPr>
          <a:xfrm>
            <a:off x="320040" y="4096512"/>
            <a:ext cx="54864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8" name="Shape 26"/>
          <p:cNvSpPr/>
          <p:nvPr/>
        </p:nvSpPr>
        <p:spPr>
          <a:xfrm>
            <a:off x="457200" y="4233672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D2240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9" name="Text 27"/>
          <p:cNvSpPr/>
          <p:nvPr/>
        </p:nvSpPr>
        <p:spPr>
          <a:xfrm>
            <a:off x="457200" y="42336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 → dispatch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83080" y="418795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(week + product selection) feeds global dispatch matrix with forecast pre-fill. Targets tab for fridge groups. Add-on services page.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2" name="Text 30"/>
          <p:cNvSpPr/>
          <p:nvPr/>
        </p:nvSpPr>
        <p:spPr>
          <a:xfrm>
            <a:off x="365760" y="47274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FastAPI · PostgreSQL · Railway · Azure Blob · Husky RFID API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2614</Words>
  <Application>Microsoft Macintosh PowerPoint</Application>
  <PresentationFormat>On-screen Show (16:9)</PresentationFormat>
  <Paragraphs>415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Frigo Loco — Cloud ERP Dev Spec v5</dc:title>
  <dc:subject>PptxGenJS Presentation</dc:subject>
  <dc:creator>PptxGenJS</dc:creator>
  <cp:lastModifiedBy>Mathieu Verhaeghe</cp:lastModifiedBy>
  <cp:revision>2</cp:revision>
  <dcterms:created xsi:type="dcterms:W3CDTF">2026-06-02T10:11:26Z</dcterms:created>
  <dcterms:modified xsi:type="dcterms:W3CDTF">2026-06-03T07:46:16Z</dcterms:modified>
</cp:coreProperties>
</file>